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89"/>
    <p:restoredTop sz="94614"/>
  </p:normalViewPr>
  <p:slideViewPr>
    <p:cSldViewPr snapToGrid="0">
      <p:cViewPr varScale="1">
        <p:scale>
          <a:sx n="47" d="100"/>
          <a:sy n="47" d="100"/>
        </p:scale>
        <p:origin x="224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064B0-8862-1EC2-C5DA-28F96B059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22FC8C-2DA0-A95C-6BF0-0469E458F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684315-595F-7F7C-20A1-018599CA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0CACC-FA8C-6896-4DB7-CCFD03CD0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6F444-5F59-DAF3-9EFC-79869AE03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06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AAD1-C765-AEED-093E-A6301DE37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BB762-CE0A-091D-F532-CD8BBA47A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7532D6-D4D5-D4D1-1420-7CC70BAE4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3DB79-39CF-B513-F8F4-BA645624D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56723-F27B-42BB-FCB1-E710D467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32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077CB-DAAA-7B7A-C0B9-DDEAA2D4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57C0E-5975-4EDA-A10F-F33628B5A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F0ABA-E36C-9569-77C4-476BD93E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05700-040F-A516-DC17-E7F281E4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19633-3677-48B4-7AFB-D479F3DEB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47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DD00-47AE-A94B-2723-685E15F32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B25A9-AB30-DFF3-AA2F-42674072A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E7867-F52D-2B76-20E2-FC92ECA7A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DEDD3-A84E-E878-D7A0-5072B323C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33ABA-144C-12D0-C3B0-46C8CCACE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60A456-99AD-AC3D-AF9E-2059D33D1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68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8D55C-189E-AE45-4FC3-C9E75AE6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1550D-A3E0-8B1E-6B60-4CB965F84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B1293-A73B-F465-F27C-EA314CC7F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15BBA-9925-EE57-55FB-1F34EF4E03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CE5E2-FD10-0178-95D7-2A69801FE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B243F9-AAAF-D734-2244-D7AA0A882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29EB6-5CCD-DDA0-3EE9-0064098B2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321007-4DC1-08B6-C241-2A38198E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22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C14D2-1258-76FA-1ACE-697479E0B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9975B-CF51-6B07-39B2-F9739117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169E88-10C0-A309-AF29-D47DED2B2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458CC8-34AF-14A1-1998-948D2E6A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6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C853C-948D-0735-CDBF-42DC42976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87A63-5B21-C2E3-AB88-E3C3CACF2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378142-02C5-9860-5C6F-FF9406F2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4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F89B-2B10-D4F3-6AC5-4C3FC819E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521CD-987E-AFB7-F7F5-FA6A9B5EC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2F109F-7D9C-42BD-EC2D-2A5C23E0C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C9AD6-169D-193A-367A-6E8990F2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DF21A9-ABAB-1338-C303-0FD07600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12040-B0D6-A3E9-F6AD-B6C5919F2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37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3D26-0FA0-B3C9-1AF9-49E38DA6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A6CCA-5929-B006-84E4-6E9F5293E1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4E9A7-A266-0CB8-82DD-C47301574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83867-611B-AFBA-E91A-5C04BD1C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BADC9-5326-5FB2-0D08-F4E213E5E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115711-E656-8B6D-77AE-2BEA116C0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93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E7B98-672D-A2B1-2D59-B7147F6A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1A98F-2FC9-FF9B-702F-89DE394F9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6A339-DB43-9CE1-FFD0-4A2A35AC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497E98-38DE-9A90-5A23-925F5160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E35EF-5F03-5587-D545-3D8258233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0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84CDE4-29EC-B934-FA88-D2CAB1A4A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C0E95-28B1-571A-3EFD-90AF10274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188AC-35DB-C6FA-675A-A94A2D84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F34F9-BE35-BE4E-8047-17D335718063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4785E-0FE6-C395-75BE-3F4462758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010B7-11CC-05C1-0BD8-D1BAAD3D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81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6141E-DC52-17AF-742C-4CDEC352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B85CA9-FC9E-0095-9C01-8954F589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1DE51-F3E4-BBC4-0C47-80B77BE7C2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F34F9-BE35-BE4E-8047-17D335718063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B628D-2496-B572-B718-1BA2317AC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C2F90-5D18-B7C0-DBE1-8940FBB4FB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E40E6B-A818-E745-8B37-EDF9BA926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77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A46DC-E00C-6160-7483-C4B1804F3D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5"/>
          <a:stretch>
            <a:fillRect/>
          </a:stretch>
        </p:blipFill>
        <p:spPr>
          <a:xfrm>
            <a:off x="6428508" y="854439"/>
            <a:ext cx="5763491" cy="4203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21357A-943C-EC9A-8905-EC83BFC01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" y="1273539"/>
            <a:ext cx="6070600" cy="3784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F9D894-C6C1-68BE-B690-1207221D8E92}"/>
              </a:ext>
            </a:extLst>
          </p:cNvPr>
          <p:cNvSpPr txBox="1"/>
          <p:nvPr/>
        </p:nvSpPr>
        <p:spPr>
          <a:xfrm>
            <a:off x="840787" y="511921"/>
            <a:ext cx="32828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Helvetica" pitchFamily="2" charset="0"/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692F06-2599-1912-09F5-B83F7F968EEC}"/>
              </a:ext>
            </a:extLst>
          </p:cNvPr>
          <p:cNvSpPr txBox="1"/>
          <p:nvPr/>
        </p:nvSpPr>
        <p:spPr>
          <a:xfrm>
            <a:off x="8352020" y="485107"/>
            <a:ext cx="3282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0C2AE-F8E9-E883-DB6B-EF181B86169E}"/>
              </a:ext>
            </a:extLst>
          </p:cNvPr>
          <p:cNvSpPr txBox="1"/>
          <p:nvPr/>
        </p:nvSpPr>
        <p:spPr>
          <a:xfrm>
            <a:off x="2482210" y="4688807"/>
            <a:ext cx="313481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Time, seconds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839D7C-30A2-5726-7BA9-62F5F364C2BB}"/>
              </a:ext>
            </a:extLst>
          </p:cNvPr>
          <p:cNvSpPr txBox="1"/>
          <p:nvPr/>
        </p:nvSpPr>
        <p:spPr>
          <a:xfrm>
            <a:off x="8426034" y="4596474"/>
            <a:ext cx="313481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Time, seconds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84D8C3-A89B-4723-D841-0DF829047ABC}"/>
              </a:ext>
            </a:extLst>
          </p:cNvPr>
          <p:cNvSpPr txBox="1"/>
          <p:nvPr/>
        </p:nvSpPr>
        <p:spPr>
          <a:xfrm rot="16200000">
            <a:off x="-1576361" y="1853452"/>
            <a:ext cx="352205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Center frequency, Hz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6E50E2-D5D2-ED09-7233-4C8DFA663E4A}"/>
              </a:ext>
            </a:extLst>
          </p:cNvPr>
          <p:cNvSpPr txBox="1"/>
          <p:nvPr/>
        </p:nvSpPr>
        <p:spPr>
          <a:xfrm>
            <a:off x="6989164" y="484028"/>
            <a:ext cx="3282846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Helvetica" pitchFamily="2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892466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6672</TotalTime>
  <Words>13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Trevor Price</dc:creator>
  <cp:lastModifiedBy>Trevor Price</cp:lastModifiedBy>
  <cp:revision>2</cp:revision>
  <dcterms:created xsi:type="dcterms:W3CDTF">2026-07-05T10:53:10Z</dcterms:created>
  <dcterms:modified xsi:type="dcterms:W3CDTF">2026-07-25T00:53:33Z</dcterms:modified>
</cp:coreProperties>
</file>